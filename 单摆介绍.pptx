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FCC7C-7D99-481C-A354-283FAA545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CC96A0-DFF8-4CE5-BB0B-F752E7ECF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9DA681-075B-4707-93F1-A753F0AD9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4F88-F6B6-4529-B99A-489CD2D1371C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131FDC-645C-47C3-97FD-DF35C2506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903D51-98C6-4E07-A70A-150D9BE1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5B61-A655-455E-BA3C-F3264C34F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402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C66E8-F0EE-40AD-ACE6-56FB48615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F04A08-6EB3-4AE3-BC99-558B5AEC6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8B1D1D-9E8D-467E-9F4A-E93F60D1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4F88-F6B6-4529-B99A-489CD2D1371C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275381-19D0-4B82-960D-930F8757C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4AF7A7-76E0-4123-9DE0-FAEEC9AB2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5B61-A655-455E-BA3C-F3264C34F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56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5047E-8873-4DC8-A00C-5ADF44A89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50048D-6E1B-426D-A9F1-0E3B7BD60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5CFBD9-AD8A-4AF4-8C30-F940570D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4F88-F6B6-4529-B99A-489CD2D1371C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EA2FC1-C75B-4287-BB96-5D9019C9F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9439FE-011A-4F3C-8B9F-DC6CC3FE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5B61-A655-455E-BA3C-F3264C34F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99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FCAE-FD31-4D61-898E-747FDF0B7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949EFA-4B08-4645-B8D6-E9D1FB45A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8583A8-0F11-4696-848F-BD6425C5A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F7C808-1AD5-4BDF-8B49-30DEB724A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4F88-F6B6-4529-B99A-489CD2D1371C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A6E64E-1621-4CD1-B9D7-52CEC7E88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69ABCD-002F-463B-AF35-41D33F68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5B61-A655-455E-BA3C-F3264C34F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359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29ED9-59FC-48BE-A3B0-4DD06847A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A1B599-764D-4500-8D39-C87C13360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A6A78B-21A1-4018-B468-B76AB399C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A8E82E-12F2-403B-B245-EF8C13B9A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E5A3C2-043E-4E27-AACC-7FD2D3F86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93C23A6-E5CD-4898-92F7-C8C5ED2E7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4F88-F6B6-4529-B99A-489CD2D1371C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50E1F30-80D3-484A-BD55-2646EB06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50C92D-7A7E-4A91-AEB0-EC4FC3FA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5B61-A655-455E-BA3C-F3264C34F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87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D033C-4CA2-4A96-9C4C-5B5DBD98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EA14AF-76C1-48A3-A8A6-0630B96E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4F88-F6B6-4529-B99A-489CD2D1371C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94095B-8BEA-4735-B9BE-0F848A91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8083D9-DCFD-455B-BD67-9B46E6A5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5B61-A655-455E-BA3C-F3264C34F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220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401995-C13F-4091-8E65-8846320FE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4F88-F6B6-4529-B99A-489CD2D1371C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E7A718-4FCA-4006-85D3-33FCFBB17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BEFC14-4C31-4EDB-8813-FF78C47C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5B61-A655-455E-BA3C-F3264C34F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25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3375D-0E0E-4243-ACC5-996FF0ACF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77D0EC-657B-4AC7-B270-40050FB44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2C6091-E2D0-405A-B614-D802354AA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BB6BBB-74D9-4FF7-8477-622E58CE6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4F88-F6B6-4529-B99A-489CD2D1371C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BB91A3-ADDA-455B-BD43-47F6A1E20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1DFF4B-C6EA-44A0-B5A4-69354FD3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5B61-A655-455E-BA3C-F3264C34F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360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5D0439-79C4-4F12-B6BD-7FB64AA5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A0D4A4-36D4-43AF-B1BA-A36CB2F1C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837B18-1ACF-4234-93D6-7CF732077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890ED1-EB47-453B-B059-FE1B4745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4F88-F6B6-4529-B99A-489CD2D1371C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A23394-DB6A-4237-B483-6DDE07029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31AA47-2BEA-4B1B-A792-28E6F08E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5B61-A655-455E-BA3C-F3264C34F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72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60BFEA-B5B1-422C-8A42-C85A308F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9A2165-554F-4B03-8572-E66532C2C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BC41A2-D41D-4074-B993-B8D4F03A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4F88-F6B6-4529-B99A-489CD2D1371C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7BEAB0-96C8-4F36-960F-34F46352F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CBD590-C87B-4DE0-9D85-74B43C31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5B61-A655-455E-BA3C-F3264C34F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153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E1CA17-C525-4AB7-96DF-0474009E4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DB011F-99A0-45A7-99DA-9F2000C6E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36A46D-503E-4569-88C3-B4A98AAC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84F88-F6B6-4529-B99A-489CD2D1371C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F0BA73-1F40-448D-AE2A-4305CCC4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62220C-7BF9-4E74-B18C-B73E4825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25B61-A655-455E-BA3C-F3264C34F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31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FC3B3D5-499C-4475-810B-A8E70347F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4A0159-642B-437C-92F3-6129C143F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A53E1B-FF23-45EF-9EB3-012138C65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84F88-F6B6-4529-B99A-489CD2D1371C}" type="datetimeFigureOut">
              <a:rPr lang="zh-CN" altLang="en-US" smtClean="0"/>
              <a:t>2023/9/11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A99152-8621-4581-B175-5B58AAF5B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96D384-F6F6-486C-B074-DA1A3A2CE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B25B61-A655-455E-BA3C-F3264C34F5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16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ymlibrary.dev/environments/classic_control/pendulu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C0FE8085-F906-4E79-91BB-A0B05F42A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23" y="1491449"/>
            <a:ext cx="4800600" cy="507682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862E727-4CDA-44B6-BF80-A31352B9A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523" y="137026"/>
            <a:ext cx="10342485" cy="1001123"/>
          </a:xfrm>
        </p:spPr>
        <p:txBody>
          <a:bodyPr>
            <a:norm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单摆环境介绍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1D12A77-694E-48D0-A01A-327FB9AC3652}"/>
              </a:ext>
            </a:extLst>
          </p:cNvPr>
          <p:cNvCxnSpPr>
            <a:cxnSpLocks/>
          </p:cNvCxnSpPr>
          <p:nvPr/>
        </p:nvCxnSpPr>
        <p:spPr>
          <a:xfrm flipV="1">
            <a:off x="3305823" y="2556769"/>
            <a:ext cx="0" cy="1686157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FDEE605-AE16-433C-A62D-52862FC4B4EF}"/>
              </a:ext>
            </a:extLst>
          </p:cNvPr>
          <p:cNvCxnSpPr>
            <a:cxnSpLocks/>
          </p:cNvCxnSpPr>
          <p:nvPr/>
        </p:nvCxnSpPr>
        <p:spPr>
          <a:xfrm flipH="1">
            <a:off x="1358283" y="4242924"/>
            <a:ext cx="1947541" cy="1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F2D5B8B-C0F6-44D4-B688-6131E2B330EC}"/>
              </a:ext>
            </a:extLst>
          </p:cNvPr>
          <p:cNvSpPr/>
          <p:nvPr/>
        </p:nvSpPr>
        <p:spPr>
          <a:xfrm>
            <a:off x="905523" y="1491449"/>
            <a:ext cx="3071673" cy="26633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D4F84F4-C722-47D8-A8F9-7680C9FE6883}"/>
              </a:ext>
            </a:extLst>
          </p:cNvPr>
          <p:cNvSpPr txBox="1"/>
          <p:nvPr/>
        </p:nvSpPr>
        <p:spPr>
          <a:xfrm>
            <a:off x="3501140" y="2446353"/>
            <a:ext cx="476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FB9C424-FD4D-4857-B32C-8B74061A38AF}"/>
              </a:ext>
            </a:extLst>
          </p:cNvPr>
          <p:cNvSpPr txBox="1"/>
          <p:nvPr/>
        </p:nvSpPr>
        <p:spPr>
          <a:xfrm>
            <a:off x="1558402" y="4387048"/>
            <a:ext cx="476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弧形 16">
            <a:extLst>
              <a:ext uri="{FF2B5EF4-FFF2-40B4-BE49-F238E27FC236}">
                <a16:creationId xmlns:a16="http://schemas.microsoft.com/office/drawing/2014/main" id="{0F2753EB-CABF-4DBE-8FF1-8DAA85B36A51}"/>
              </a:ext>
            </a:extLst>
          </p:cNvPr>
          <p:cNvSpPr/>
          <p:nvPr/>
        </p:nvSpPr>
        <p:spPr>
          <a:xfrm rot="17355738">
            <a:off x="2482556" y="3160951"/>
            <a:ext cx="1198480" cy="125169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18F97AA-2B9E-4AD1-AAEC-D79C33FF4C06}"/>
              </a:ext>
            </a:extLst>
          </p:cNvPr>
          <p:cNvSpPr txBox="1"/>
          <p:nvPr/>
        </p:nvSpPr>
        <p:spPr>
          <a:xfrm>
            <a:off x="2640976" y="2968162"/>
            <a:ext cx="631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EB3DD4E-058D-41A0-8560-15F87F006CA9}"/>
              </a:ext>
            </a:extLst>
          </p:cNvPr>
          <p:cNvSpPr txBox="1"/>
          <p:nvPr/>
        </p:nvSpPr>
        <p:spPr>
          <a:xfrm>
            <a:off x="5964965" y="6198942"/>
            <a:ext cx="5388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hlinkClick r:id="rId3"/>
              </a:rPr>
              <a:t>Pendulum - Gym Documentation (</a:t>
            </a:r>
            <a:r>
              <a:rPr lang="en-US" altLang="zh-CN" dirty="0" err="1">
                <a:hlinkClick r:id="rId3"/>
              </a:rPr>
              <a:t>gymlibrary.dev</a:t>
            </a:r>
            <a:r>
              <a:rPr lang="en-US" altLang="zh-CN" dirty="0">
                <a:hlinkClick r:id="rId3"/>
              </a:rPr>
              <a:t>)</a:t>
            </a:r>
            <a:endParaRPr lang="zh-CN" altLang="en-US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24070750-AC06-4FD6-A068-5E9F4CCB3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02431"/>
              </p:ext>
            </p:extLst>
          </p:nvPr>
        </p:nvGraphicFramePr>
        <p:xfrm>
          <a:off x="5964966" y="1337104"/>
          <a:ext cx="6189948" cy="2693484"/>
        </p:xfrm>
        <a:graphic>
          <a:graphicData uri="http://schemas.openxmlformats.org/drawingml/2006/table">
            <a:tbl>
              <a:tblPr/>
              <a:tblGrid>
                <a:gridCol w="1547487">
                  <a:extLst>
                    <a:ext uri="{9D8B030D-6E8A-4147-A177-3AD203B41FA5}">
                      <a16:colId xmlns:a16="http://schemas.microsoft.com/office/drawing/2014/main" val="2259152041"/>
                    </a:ext>
                  </a:extLst>
                </a:gridCol>
                <a:gridCol w="1547487">
                  <a:extLst>
                    <a:ext uri="{9D8B030D-6E8A-4147-A177-3AD203B41FA5}">
                      <a16:colId xmlns:a16="http://schemas.microsoft.com/office/drawing/2014/main" val="3340967962"/>
                    </a:ext>
                  </a:extLst>
                </a:gridCol>
                <a:gridCol w="1547487">
                  <a:extLst>
                    <a:ext uri="{9D8B030D-6E8A-4147-A177-3AD203B41FA5}">
                      <a16:colId xmlns:a16="http://schemas.microsoft.com/office/drawing/2014/main" val="2757192563"/>
                    </a:ext>
                  </a:extLst>
                </a:gridCol>
                <a:gridCol w="1547487">
                  <a:extLst>
                    <a:ext uri="{9D8B030D-6E8A-4147-A177-3AD203B41FA5}">
                      <a16:colId xmlns:a16="http://schemas.microsoft.com/office/drawing/2014/main" val="1050319321"/>
                    </a:ext>
                  </a:extLst>
                </a:gridCol>
              </a:tblGrid>
              <a:tr h="673371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098447"/>
                  </a:ext>
                </a:extLst>
              </a:tr>
              <a:tr h="673371"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 = cos(theta)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959946"/>
                  </a:ext>
                </a:extLst>
              </a:tr>
              <a:tr h="673371"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 = sin(</a:t>
                      </a:r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theta</a:t>
                      </a: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370163"/>
                  </a:ext>
                </a:extLst>
              </a:tr>
              <a:tr h="673371"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 = Angular Velocity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4696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607F56DE-19A5-4525-A484-9A2CCD655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787237"/>
              </p:ext>
            </p:extLst>
          </p:nvPr>
        </p:nvGraphicFramePr>
        <p:xfrm>
          <a:off x="5964965" y="4749004"/>
          <a:ext cx="5780192" cy="731520"/>
        </p:xfrm>
        <a:graphic>
          <a:graphicData uri="http://schemas.openxmlformats.org/drawingml/2006/table">
            <a:tbl>
              <a:tblPr/>
              <a:tblGrid>
                <a:gridCol w="1445048">
                  <a:extLst>
                    <a:ext uri="{9D8B030D-6E8A-4147-A177-3AD203B41FA5}">
                      <a16:colId xmlns:a16="http://schemas.microsoft.com/office/drawing/2014/main" val="792893375"/>
                    </a:ext>
                  </a:extLst>
                </a:gridCol>
                <a:gridCol w="1445048">
                  <a:extLst>
                    <a:ext uri="{9D8B030D-6E8A-4147-A177-3AD203B41FA5}">
                      <a16:colId xmlns:a16="http://schemas.microsoft.com/office/drawing/2014/main" val="2649622129"/>
                    </a:ext>
                  </a:extLst>
                </a:gridCol>
                <a:gridCol w="1445048">
                  <a:extLst>
                    <a:ext uri="{9D8B030D-6E8A-4147-A177-3AD203B41FA5}">
                      <a16:colId xmlns:a16="http://schemas.microsoft.com/office/drawing/2014/main" val="1190798852"/>
                    </a:ext>
                  </a:extLst>
                </a:gridCol>
                <a:gridCol w="1445048">
                  <a:extLst>
                    <a:ext uri="{9D8B030D-6E8A-4147-A177-3AD203B41FA5}">
                      <a16:colId xmlns:a16="http://schemas.microsoft.com/office/drawing/2014/main" val="455519729"/>
                    </a:ext>
                  </a:extLst>
                </a:gridCol>
              </a:tblGrid>
              <a:tr h="362072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625400"/>
                  </a:ext>
                </a:extLst>
              </a:tr>
              <a:tr h="362072">
                <a:tc>
                  <a:txBody>
                    <a:bodyPr/>
                    <a:lstStyle/>
                    <a:p>
                      <a:r>
                        <a:rPr lang="en-US" altLang="zh-CN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531899"/>
                  </a:ext>
                </a:extLst>
              </a:tr>
            </a:tbl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C71B30BD-06CE-4AFC-B503-13BB79074F4D}"/>
              </a:ext>
            </a:extLst>
          </p:cNvPr>
          <p:cNvSpPr txBox="1"/>
          <p:nvPr/>
        </p:nvSpPr>
        <p:spPr>
          <a:xfrm>
            <a:off x="5964965" y="1083076"/>
            <a:ext cx="2921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状态空间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EF41239-0493-453C-A48A-19288649E444}"/>
              </a:ext>
            </a:extLst>
          </p:cNvPr>
          <p:cNvSpPr txBox="1"/>
          <p:nvPr/>
        </p:nvSpPr>
        <p:spPr>
          <a:xfrm>
            <a:off x="5964965" y="4189620"/>
            <a:ext cx="2921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动作空间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E5807E1-2304-4B33-B7BB-9C67E3AD2506}"/>
              </a:ext>
            </a:extLst>
          </p:cNvPr>
          <p:cNvSpPr txBox="1"/>
          <p:nvPr/>
        </p:nvSpPr>
        <p:spPr>
          <a:xfrm>
            <a:off x="5964965" y="5590258"/>
            <a:ext cx="2921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每回合最长步数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200</a:t>
            </a:r>
          </a:p>
          <a:p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地球重力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 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00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AB909-EE87-464A-BE4D-0F4F998DD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/>
              <a:t>环境动态演示</a:t>
            </a:r>
          </a:p>
        </p:txBody>
      </p:sp>
      <p:pic>
        <p:nvPicPr>
          <p:cNvPr id="4" name="单摆_随机动作">
            <a:hlinkClick r:id="" action="ppaction://media"/>
            <a:extLst>
              <a:ext uri="{FF2B5EF4-FFF2-40B4-BE49-F238E27FC236}">
                <a16:creationId xmlns:a16="http://schemas.microsoft.com/office/drawing/2014/main" id="{4332FB49-A88B-46CF-9B01-E50803B416B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05523" y="1557523"/>
            <a:ext cx="4605903" cy="4865041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F9E3F78-C0B2-4405-9470-BE146AA55CDA}"/>
              </a:ext>
            </a:extLst>
          </p:cNvPr>
          <p:cNvSpPr/>
          <p:nvPr/>
        </p:nvSpPr>
        <p:spPr>
          <a:xfrm>
            <a:off x="905523" y="1557523"/>
            <a:ext cx="3071673" cy="26633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571EFD-065A-4703-A35B-FDEF9647781C}"/>
              </a:ext>
            </a:extLst>
          </p:cNvPr>
          <p:cNvSpPr txBox="1"/>
          <p:nvPr/>
        </p:nvSpPr>
        <p:spPr>
          <a:xfrm>
            <a:off x="5858089" y="1557523"/>
            <a:ext cx="51490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、上方为当前帧的信息，包含状态信息、动作信息与回合数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、动画中的箭头方向代表施加力矩的方向，箭头大小代表施加力矩的大小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控制目的：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单摆从不同的位置以随机的角速度为初始状态，设置控制律使单摆最终能垂直向上，并满足应当满足的控制性能</a:t>
            </a: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8C37832A-BFF9-4B65-98ED-CA482D190AF6}"/>
              </a:ext>
            </a:extLst>
          </p:cNvPr>
          <p:cNvSpPr txBox="1">
            <a:spLocks/>
          </p:cNvSpPr>
          <p:nvPr/>
        </p:nvSpPr>
        <p:spPr>
          <a:xfrm>
            <a:off x="5858089" y="4667767"/>
            <a:ext cx="5885895" cy="9444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怎么控制？</a:t>
            </a:r>
            <a:r>
              <a:rPr lang="en-US" altLang="zh-CN" b="1" dirty="0"/>
              <a:t>——Ask </a:t>
            </a:r>
            <a:r>
              <a:rPr lang="en-US" altLang="zh-CN" b="1" dirty="0" err="1"/>
              <a:t>ChatGPT</a:t>
            </a:r>
            <a:endParaRPr lang="zh-CN" altLang="en-US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998847-F25B-4098-9AC1-6C26A61D910B}"/>
              </a:ext>
            </a:extLst>
          </p:cNvPr>
          <p:cNvSpPr/>
          <p:nvPr/>
        </p:nvSpPr>
        <p:spPr>
          <a:xfrm>
            <a:off x="5931762" y="5612243"/>
            <a:ext cx="4872361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https://chat.openai.com/share/cd934958-8b3a-4a9e-b455-4b551690cfed</a:t>
            </a:r>
          </a:p>
        </p:txBody>
      </p:sp>
    </p:spTree>
    <p:extLst>
      <p:ext uri="{BB962C8B-B14F-4D97-AF65-F5344CB8AC3E}">
        <p14:creationId xmlns:p14="http://schemas.microsoft.com/office/powerpoint/2010/main" val="228314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3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80B8E09-A801-42B7-ADBF-B4A3FBCCA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92010" cy="6858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F2DA217-2FDD-4B97-9842-F6C579EDA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010" y="0"/>
            <a:ext cx="5041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51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1B26E5-DF0B-4DA2-B406-3E5C5B08E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PID (~GPT) &amp; Fine-tune (~Human)</a:t>
            </a:r>
            <a:endParaRPr lang="zh-CN" altLang="en-US" dirty="0"/>
          </a:p>
        </p:txBody>
      </p:sp>
      <p:pic>
        <p:nvPicPr>
          <p:cNvPr id="4" name="单摆_PID">
            <a:hlinkClick r:id="" action="ppaction://media"/>
            <a:extLst>
              <a:ext uri="{FF2B5EF4-FFF2-40B4-BE49-F238E27FC236}">
                <a16:creationId xmlns:a16="http://schemas.microsoft.com/office/drawing/2014/main" id="{63C2CC1C-CCA4-4AFC-9B6F-C937A34B980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54190" y="1932157"/>
            <a:ext cx="4119563" cy="4351338"/>
          </a:xfrm>
        </p:spPr>
      </p:pic>
    </p:spTree>
    <p:extLst>
      <p:ext uri="{BB962C8B-B14F-4D97-AF65-F5344CB8AC3E}">
        <p14:creationId xmlns:p14="http://schemas.microsoft.com/office/powerpoint/2010/main" val="342044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4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191</Words>
  <Application>Microsoft Office PowerPoint</Application>
  <PresentationFormat>宽屏</PresentationFormat>
  <Paragraphs>42</Paragraphs>
  <Slides>4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Times New Roman</vt:lpstr>
      <vt:lpstr>Office 主题​​</vt:lpstr>
      <vt:lpstr>单摆环境介绍</vt:lpstr>
      <vt:lpstr>环境动态演示</vt:lpstr>
      <vt:lpstr>PowerPoint 演示文稿</vt:lpstr>
      <vt:lpstr>PID (~GPT) &amp; Fine-tune (~Human)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denny zhong</dc:creator>
  <cp:lastModifiedBy>denny zhong</cp:lastModifiedBy>
  <cp:revision>6</cp:revision>
  <dcterms:created xsi:type="dcterms:W3CDTF">2023-09-11T02:50:15Z</dcterms:created>
  <dcterms:modified xsi:type="dcterms:W3CDTF">2023-09-11T03:21:23Z</dcterms:modified>
</cp:coreProperties>
</file>